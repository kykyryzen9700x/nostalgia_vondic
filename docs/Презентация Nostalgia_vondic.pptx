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0" r:id="rId7"/>
    <p:sldId id="262" r:id="rId8"/>
    <p:sldId id="264" r:id="rId9"/>
    <p:sldId id="263" r:id="rId10"/>
    <p:sldId id="265" r:id="rId11"/>
    <p:sldId id="25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39E26-4498-4D66-9ACE-D147A05BBA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0F178-2207-4E77-941A-BA9290FC9135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1</a:t>
          </a:r>
        </a:p>
      </dgm:t>
    </dgm:pt>
    <dgm:pt modelId="{12FB196E-507C-44AD-8284-AD02ABE0B653}" cxnId="{F05B04D2-90FB-44BD-88C1-FFE04BA6D884}" type="parTrans">
      <dgm:prSet/>
      <dgm:spPr/>
      <dgm:t>
        <a:bodyPr/>
        <a:lstStyle/>
        <a:p>
          <a:endParaRPr lang="ru-RU"/>
        </a:p>
      </dgm:t>
    </dgm:pt>
    <dgm:pt modelId="{2F05576B-D3E1-4CA2-BA6A-56121E80F8BA}" cxnId="{F05B04D2-90FB-44BD-88C1-FFE04BA6D884}" type="sibTrans">
      <dgm:prSet/>
      <dgm:spPr/>
      <dgm:t>
        <a:bodyPr/>
        <a:lstStyle/>
        <a:p>
          <a:endParaRPr lang="ru-RU"/>
        </a:p>
      </dgm:t>
    </dgm:pt>
    <dgm:pt modelId="{C076E7CD-DE72-40A9-B02D-BB0144FFDDF4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AC932AC5-7C10-405E-BB32-B9E25BF0A2B5}" cxnId="{4135D8EC-5968-4101-940B-AF13588704DA}" type="parTrans">
      <dgm:prSet/>
      <dgm:spPr/>
      <dgm:t>
        <a:bodyPr/>
        <a:lstStyle/>
        <a:p>
          <a:endParaRPr lang="ru-RU"/>
        </a:p>
      </dgm:t>
    </dgm:pt>
    <dgm:pt modelId="{D2A83FA3-FBF2-4C6D-B4F1-DD6903B25802}" cxnId="{4135D8EC-5968-4101-940B-AF13588704DA}" type="sibTrans">
      <dgm:prSet/>
      <dgm:spPr/>
      <dgm:t>
        <a:bodyPr/>
        <a:lstStyle/>
        <a:p>
          <a:endParaRPr lang="ru-RU"/>
        </a:p>
      </dgm:t>
    </dgm:pt>
    <dgm:pt modelId="{CBB83EAD-CF02-4DB1-9C37-A8A0F2124D78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2</a:t>
          </a:r>
        </a:p>
      </dgm:t>
    </dgm:pt>
    <dgm:pt modelId="{2351BF96-9D81-46F0-8819-2CD9C3FF03C4}" cxnId="{4728576A-7E06-499D-9109-D62DCF83189F}" type="parTrans">
      <dgm:prSet/>
      <dgm:spPr/>
      <dgm:t>
        <a:bodyPr/>
        <a:lstStyle/>
        <a:p>
          <a:endParaRPr lang="ru-RU"/>
        </a:p>
      </dgm:t>
    </dgm:pt>
    <dgm:pt modelId="{16069F65-4515-4EA8-8EAC-2B651BA33EE1}" cxnId="{4728576A-7E06-499D-9109-D62DCF83189F}" type="sibTrans">
      <dgm:prSet/>
      <dgm:spPr/>
      <dgm:t>
        <a:bodyPr/>
        <a:lstStyle/>
        <a:p>
          <a:endParaRPr lang="ru-RU"/>
        </a:p>
      </dgm:t>
    </dgm:pt>
    <dgm:pt modelId="{DC2E4A70-4962-4810-AEB2-610360114E91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D5515433-54A7-4AE0-89B0-DE14EBCD393D}" cxnId="{23596AF7-C408-45DC-9FEB-60E73E9BF08B}" type="parTrans">
      <dgm:prSet/>
      <dgm:spPr/>
      <dgm:t>
        <a:bodyPr/>
        <a:lstStyle/>
        <a:p>
          <a:endParaRPr lang="ru-RU"/>
        </a:p>
      </dgm:t>
    </dgm:pt>
    <dgm:pt modelId="{CBE252F0-BDF2-4652-B4A5-E8E0A5BDCD9E}" cxnId="{23596AF7-C408-45DC-9FEB-60E73E9BF08B}" type="sibTrans">
      <dgm:prSet/>
      <dgm:spPr/>
      <dgm:t>
        <a:bodyPr/>
        <a:lstStyle/>
        <a:p>
          <a:endParaRPr lang="ru-RU"/>
        </a:p>
      </dgm:t>
    </dgm:pt>
    <dgm:pt modelId="{A95449E9-8760-4361-9459-04FCEEB1A875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B87F7129-0E54-4198-B056-928BF7D0CB40}" cxnId="{711C5AB1-BA62-4BB3-BD2D-40334E8E440D}" type="parTrans">
      <dgm:prSet/>
      <dgm:spPr/>
      <dgm:t>
        <a:bodyPr/>
        <a:lstStyle/>
        <a:p>
          <a:endParaRPr lang="ru-RU"/>
        </a:p>
      </dgm:t>
    </dgm:pt>
    <dgm:pt modelId="{E73B632B-BB4E-4E02-AE00-DB675980FDF7}" cxnId="{711C5AB1-BA62-4BB3-BD2D-40334E8E440D}" type="sibTrans">
      <dgm:prSet/>
      <dgm:spPr/>
      <dgm:t>
        <a:bodyPr/>
        <a:lstStyle/>
        <a:p>
          <a:endParaRPr lang="ru-RU"/>
        </a:p>
      </dgm:t>
    </dgm:pt>
    <dgm:pt modelId="{DC3D0DD9-E455-435C-89FB-A6541E2D47E9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966C5567-0020-44F7-97C2-1A6179375B6B}" cxnId="{A976C9AA-36FB-4AB0-94C7-93EE90CD7D2D}" type="parTrans">
      <dgm:prSet/>
      <dgm:spPr/>
      <dgm:t>
        <a:bodyPr/>
        <a:lstStyle/>
        <a:p>
          <a:endParaRPr lang="ru-RU"/>
        </a:p>
      </dgm:t>
    </dgm:pt>
    <dgm:pt modelId="{D659FEC6-6DA6-4008-8F8D-8F19E98A91CF}" cxnId="{A976C9AA-36FB-4AB0-94C7-93EE90CD7D2D}" type="sibTrans">
      <dgm:prSet/>
      <dgm:spPr/>
      <dgm:t>
        <a:bodyPr/>
        <a:lstStyle/>
        <a:p>
          <a:endParaRPr lang="ru-RU"/>
        </a:p>
      </dgm:t>
    </dgm:pt>
    <dgm:pt modelId="{177A6A29-B5CF-45FB-9989-8C6BC6E3368A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3</a:t>
          </a:r>
        </a:p>
      </dgm:t>
    </dgm:pt>
    <dgm:pt modelId="{163D27F8-1867-4A18-9370-7F5A5E62C16D}" cxnId="{B18C44B3-53EC-4A69-8008-DAA1C99E4F43}" type="parTrans">
      <dgm:prSet/>
      <dgm:spPr/>
      <dgm:t>
        <a:bodyPr/>
        <a:lstStyle/>
        <a:p>
          <a:endParaRPr lang="ru-RU"/>
        </a:p>
      </dgm:t>
    </dgm:pt>
    <dgm:pt modelId="{AF36CDCC-EA78-4FC4-BF42-6847A696C3B7}" cxnId="{B18C44B3-53EC-4A69-8008-DAA1C99E4F43}" type="sibTrans">
      <dgm:prSet/>
      <dgm:spPr/>
      <dgm:t>
        <a:bodyPr/>
        <a:lstStyle/>
        <a:p>
          <a:endParaRPr lang="ru-RU"/>
        </a:p>
      </dgm:t>
    </dgm:pt>
    <dgm:pt modelId="{7F3C21C0-0039-407A-8293-B92BBA6F369E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F9224E6B-E96C-47C1-8AC6-BC54B4398425}" cxnId="{CDFEA63F-2876-4610-86FB-3A6E692FCED2}" type="parTrans">
      <dgm:prSet/>
      <dgm:spPr/>
      <dgm:t>
        <a:bodyPr/>
        <a:lstStyle/>
        <a:p>
          <a:endParaRPr lang="ru-RU"/>
        </a:p>
      </dgm:t>
    </dgm:pt>
    <dgm:pt modelId="{2DA181AA-1401-41FA-91F4-13B664F31F3B}" cxnId="{CDFEA63F-2876-4610-86FB-3A6E692FCED2}" type="sibTrans">
      <dgm:prSet/>
      <dgm:spPr/>
      <dgm:t>
        <a:bodyPr/>
        <a:lstStyle/>
        <a:p>
          <a:endParaRPr lang="ru-RU"/>
        </a:p>
      </dgm:t>
    </dgm:pt>
    <dgm:pt modelId="{D2DBF182-73DE-4890-990C-47A7E2DD3D1C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4</a:t>
          </a:r>
        </a:p>
      </dgm:t>
    </dgm:pt>
    <dgm:pt modelId="{2D6ABC2F-289E-470F-950D-D6FAFBB615C7}" cxnId="{6A25BAB3-B8F3-46DC-AFAA-FF5AECACB4E9}" type="parTrans">
      <dgm:prSet/>
      <dgm:spPr/>
      <dgm:t>
        <a:bodyPr/>
        <a:lstStyle/>
        <a:p>
          <a:endParaRPr lang="ru-RU"/>
        </a:p>
      </dgm:t>
    </dgm:pt>
    <dgm:pt modelId="{B1DB4936-DDBB-4CB4-8995-1700BA9A0629}" cxnId="{6A25BAB3-B8F3-46DC-AFAA-FF5AECACB4E9}" type="sibTrans">
      <dgm:prSet/>
      <dgm:spPr/>
      <dgm:t>
        <a:bodyPr/>
        <a:lstStyle/>
        <a:p>
          <a:endParaRPr lang="ru-RU"/>
        </a:p>
      </dgm:t>
    </dgm:pt>
    <dgm:pt modelId="{EE7CA6B5-C50F-401F-953E-C9C5E4AC03EA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44069ECB-1EF0-494E-9F95-832FE84505E9}" cxnId="{B8E91CC3-2075-4B10-A8A8-3ED51828AAC5}" type="parTrans">
      <dgm:prSet/>
      <dgm:spPr/>
      <dgm:t>
        <a:bodyPr/>
        <a:lstStyle/>
        <a:p>
          <a:endParaRPr lang="ru-RU"/>
        </a:p>
      </dgm:t>
    </dgm:pt>
    <dgm:pt modelId="{27B9AEC0-C063-45FB-9DD3-61621AE572CE}" cxnId="{B8E91CC3-2075-4B10-A8A8-3ED51828AAC5}" type="sibTrans">
      <dgm:prSet/>
      <dgm:spPr/>
      <dgm:t>
        <a:bodyPr/>
        <a:lstStyle/>
        <a:p>
          <a:endParaRPr lang="ru-RU"/>
        </a:p>
      </dgm:t>
    </dgm:pt>
    <dgm:pt modelId="{90F47B81-59E8-4CFC-A644-3F6948FB51A4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EEF64EEF-3BA0-40CE-A9C3-4A361941A090}" cxnId="{DBACA85A-2F7D-4B61-ACB9-9CF453E890DE}" type="parTrans">
      <dgm:prSet/>
      <dgm:spPr/>
      <dgm:t>
        <a:bodyPr/>
        <a:lstStyle/>
        <a:p>
          <a:endParaRPr lang="ru-RU"/>
        </a:p>
      </dgm:t>
    </dgm:pt>
    <dgm:pt modelId="{7F2E802B-B5FE-4AC2-BC1D-EFC38E494236}" cxnId="{DBACA85A-2F7D-4B61-ACB9-9CF453E890DE}" type="sibTrans">
      <dgm:prSet/>
      <dgm:spPr/>
      <dgm:t>
        <a:bodyPr/>
        <a:lstStyle/>
        <a:p>
          <a:endParaRPr lang="ru-RU"/>
        </a:p>
      </dgm:t>
    </dgm:pt>
    <dgm:pt modelId="{0F94AE7C-2216-4057-AADA-A6B4C7E0C751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EAA01054-64DC-49C8-BB5A-1CF26D7801AC}" cxnId="{38A455EB-1815-48AC-A06C-CE59A4B91259}" type="parTrans">
      <dgm:prSet/>
      <dgm:spPr/>
      <dgm:t>
        <a:bodyPr/>
        <a:lstStyle/>
        <a:p>
          <a:endParaRPr lang="ru-RU"/>
        </a:p>
      </dgm:t>
    </dgm:pt>
    <dgm:pt modelId="{56E7BED8-8102-4B46-A5F4-51BA936E86A9}" cxnId="{38A455EB-1815-48AC-A06C-CE59A4B91259}" type="sibTrans">
      <dgm:prSet/>
      <dgm:spPr/>
      <dgm:t>
        <a:bodyPr/>
        <a:lstStyle/>
        <a:p>
          <a:endParaRPr lang="ru-RU"/>
        </a:p>
      </dgm:t>
    </dgm:pt>
    <dgm:pt modelId="{FA875D33-6294-4415-8BF0-93F9C639C018}" type="pres">
      <dgm:prSet presAssocID="{48E39E26-4498-4D66-9ACE-D147A05BBA18}" presName="linear" presStyleCnt="0">
        <dgm:presLayoutVars>
          <dgm:animLvl val="lvl"/>
          <dgm:resizeHandles val="exact"/>
        </dgm:presLayoutVars>
      </dgm:prSet>
      <dgm:spPr/>
    </dgm:pt>
    <dgm:pt modelId="{8A0D57C4-41B0-42B4-965F-0892EEC3EC24}" type="pres">
      <dgm:prSet presAssocID="{B890F178-2207-4E77-941A-BA9290FC91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42FB99-3407-4F2D-9C93-035C8035B143}" type="pres">
      <dgm:prSet presAssocID="{B890F178-2207-4E77-941A-BA9290FC9135}" presName="childText" presStyleLbl="revTx" presStyleIdx="0" presStyleCnt="4">
        <dgm:presLayoutVars>
          <dgm:bulletEnabled val="1"/>
        </dgm:presLayoutVars>
      </dgm:prSet>
      <dgm:spPr/>
    </dgm:pt>
    <dgm:pt modelId="{5E1554EA-31D7-4820-A418-76BE800A2643}" type="pres">
      <dgm:prSet presAssocID="{CBB83EAD-CF02-4DB1-9C37-A8A0F2124D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582F5B-AAE7-4A33-A120-6884B84CE253}" type="pres">
      <dgm:prSet presAssocID="{CBB83EAD-CF02-4DB1-9C37-A8A0F2124D78}" presName="childText" presStyleLbl="revTx" presStyleIdx="1" presStyleCnt="4">
        <dgm:presLayoutVars>
          <dgm:bulletEnabled val="1"/>
        </dgm:presLayoutVars>
      </dgm:prSet>
      <dgm:spPr/>
    </dgm:pt>
    <dgm:pt modelId="{855E81DD-AD3D-4E21-AA22-FAF1C29CEC76}" type="pres">
      <dgm:prSet presAssocID="{177A6A29-B5CF-45FB-9989-8C6BC6E336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2E65CF-C064-4E46-8A2A-ECFB31624F7F}" type="pres">
      <dgm:prSet presAssocID="{177A6A29-B5CF-45FB-9989-8C6BC6E3368A}" presName="childText" presStyleLbl="revTx" presStyleIdx="2" presStyleCnt="4">
        <dgm:presLayoutVars>
          <dgm:bulletEnabled val="1"/>
        </dgm:presLayoutVars>
      </dgm:prSet>
      <dgm:spPr/>
    </dgm:pt>
    <dgm:pt modelId="{D931C4D6-FE99-48F0-8614-A2DFC2C85A61}" type="pres">
      <dgm:prSet presAssocID="{D2DBF182-73DE-4890-990C-47A7E2DD3D1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6220788-0FB0-4C54-975C-54A6DBFBD183}" type="pres">
      <dgm:prSet presAssocID="{D2DBF182-73DE-4890-990C-47A7E2DD3D1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AC11A0D-2A5B-4F2A-9EA0-26C63786B8B1}" type="presOf" srcId="{A95449E9-8760-4361-9459-04FCEEB1A875}" destId="{3542FB99-3407-4F2D-9C93-035C8035B143}" srcOrd="0" destOrd="1" presId="urn:microsoft.com/office/officeart/2005/8/layout/vList2"/>
    <dgm:cxn modelId="{D0BCEC25-C965-44D7-B674-195079B7FBA4}" type="presOf" srcId="{CBB83EAD-CF02-4DB1-9C37-A8A0F2124D78}" destId="{5E1554EA-31D7-4820-A418-76BE800A2643}" srcOrd="0" destOrd="0" presId="urn:microsoft.com/office/officeart/2005/8/layout/vList2"/>
    <dgm:cxn modelId="{8FB6602F-67DF-4A40-8948-D05186E598B4}" type="presOf" srcId="{D2DBF182-73DE-4890-990C-47A7E2DD3D1C}" destId="{D931C4D6-FE99-48F0-8614-A2DFC2C85A61}" srcOrd="0" destOrd="0" presId="urn:microsoft.com/office/officeart/2005/8/layout/vList2"/>
    <dgm:cxn modelId="{CDFEA63F-2876-4610-86FB-3A6E692FCED2}" srcId="{177A6A29-B5CF-45FB-9989-8C6BC6E3368A}" destId="{7F3C21C0-0039-407A-8293-B92BBA6F369E}" srcOrd="0" destOrd="0" parTransId="{F9224E6B-E96C-47C1-8AC6-BC54B4398425}" sibTransId="{2DA181AA-1401-41FA-91F4-13B664F31F3B}"/>
    <dgm:cxn modelId="{6A60AF5C-24F2-4E52-9C78-259D52E654A5}" type="presOf" srcId="{EE7CA6B5-C50F-401F-953E-C9C5E4AC03EA}" destId="{01582F5B-AAE7-4A33-A120-6884B84CE253}" srcOrd="0" destOrd="1" presId="urn:microsoft.com/office/officeart/2005/8/layout/vList2"/>
    <dgm:cxn modelId="{192F495E-55CE-4C50-8EB5-2677D1C0DC7F}" type="presOf" srcId="{B890F178-2207-4E77-941A-BA9290FC9135}" destId="{8A0D57C4-41B0-42B4-965F-0892EEC3EC24}" srcOrd="0" destOrd="0" presId="urn:microsoft.com/office/officeart/2005/8/layout/vList2"/>
    <dgm:cxn modelId="{4728576A-7E06-499D-9109-D62DCF83189F}" srcId="{48E39E26-4498-4D66-9ACE-D147A05BBA18}" destId="{CBB83EAD-CF02-4DB1-9C37-A8A0F2124D78}" srcOrd="1" destOrd="0" parTransId="{2351BF96-9D81-46F0-8819-2CD9C3FF03C4}" sibTransId="{16069F65-4515-4EA8-8EAC-2B651BA33EE1}"/>
    <dgm:cxn modelId="{DBACA85A-2F7D-4B61-ACB9-9CF453E890DE}" srcId="{177A6A29-B5CF-45FB-9989-8C6BC6E3368A}" destId="{90F47B81-59E8-4CFC-A644-3F6948FB51A4}" srcOrd="1" destOrd="0" parTransId="{EEF64EEF-3BA0-40CE-A9C3-4A361941A090}" sibTransId="{7F2E802B-B5FE-4AC2-BC1D-EFC38E494236}"/>
    <dgm:cxn modelId="{3630387F-ACA1-453E-81A1-604008138BAB}" type="presOf" srcId="{90F47B81-59E8-4CFC-A644-3F6948FB51A4}" destId="{F62E65CF-C064-4E46-8A2A-ECFB31624F7F}" srcOrd="0" destOrd="1" presId="urn:microsoft.com/office/officeart/2005/8/layout/vList2"/>
    <dgm:cxn modelId="{A390957F-2246-49FE-8BC6-603A00E00CE2}" type="presOf" srcId="{48E39E26-4498-4D66-9ACE-D147A05BBA18}" destId="{FA875D33-6294-4415-8BF0-93F9C639C018}" srcOrd="0" destOrd="0" presId="urn:microsoft.com/office/officeart/2005/8/layout/vList2"/>
    <dgm:cxn modelId="{816AB191-E055-49B5-9954-C68D23FBDE8E}" type="presOf" srcId="{C076E7CD-DE72-40A9-B02D-BB0144FFDDF4}" destId="{3542FB99-3407-4F2D-9C93-035C8035B143}" srcOrd="0" destOrd="0" presId="urn:microsoft.com/office/officeart/2005/8/layout/vList2"/>
    <dgm:cxn modelId="{B6111C9D-5742-40E2-A429-EFAA79BD3281}" type="presOf" srcId="{177A6A29-B5CF-45FB-9989-8C6BC6E3368A}" destId="{855E81DD-AD3D-4E21-AA22-FAF1C29CEC76}" srcOrd="0" destOrd="0" presId="urn:microsoft.com/office/officeart/2005/8/layout/vList2"/>
    <dgm:cxn modelId="{A976C9AA-36FB-4AB0-94C7-93EE90CD7D2D}" srcId="{D2DBF182-73DE-4890-990C-47A7E2DD3D1C}" destId="{DC3D0DD9-E455-435C-89FB-A6541E2D47E9}" srcOrd="0" destOrd="0" parTransId="{966C5567-0020-44F7-97C2-1A6179375B6B}" sibTransId="{D659FEC6-6DA6-4008-8F8D-8F19E98A91CF}"/>
    <dgm:cxn modelId="{711C5AB1-BA62-4BB3-BD2D-40334E8E440D}" srcId="{B890F178-2207-4E77-941A-BA9290FC9135}" destId="{A95449E9-8760-4361-9459-04FCEEB1A875}" srcOrd="1" destOrd="0" parTransId="{B87F7129-0E54-4198-B056-928BF7D0CB40}" sibTransId="{E73B632B-BB4E-4E02-AE00-DB675980FDF7}"/>
    <dgm:cxn modelId="{B18C44B3-53EC-4A69-8008-DAA1C99E4F43}" srcId="{48E39E26-4498-4D66-9ACE-D147A05BBA18}" destId="{177A6A29-B5CF-45FB-9989-8C6BC6E3368A}" srcOrd="2" destOrd="0" parTransId="{163D27F8-1867-4A18-9370-7F5A5E62C16D}" sibTransId="{AF36CDCC-EA78-4FC4-BF42-6847A696C3B7}"/>
    <dgm:cxn modelId="{6A25BAB3-B8F3-46DC-AFAA-FF5AECACB4E9}" srcId="{48E39E26-4498-4D66-9ACE-D147A05BBA18}" destId="{D2DBF182-73DE-4890-990C-47A7E2DD3D1C}" srcOrd="3" destOrd="0" parTransId="{2D6ABC2F-289E-470F-950D-D6FAFBB615C7}" sibTransId="{B1DB4936-DDBB-4CB4-8995-1700BA9A0629}"/>
    <dgm:cxn modelId="{B8E91CC3-2075-4B10-A8A8-3ED51828AAC5}" srcId="{CBB83EAD-CF02-4DB1-9C37-A8A0F2124D78}" destId="{EE7CA6B5-C50F-401F-953E-C9C5E4AC03EA}" srcOrd="1" destOrd="0" parTransId="{44069ECB-1EF0-494E-9F95-832FE84505E9}" sibTransId="{27B9AEC0-C063-45FB-9DD3-61621AE572CE}"/>
    <dgm:cxn modelId="{291F65C8-2C95-44C2-B5B3-61AB2AF4C061}" type="presOf" srcId="{7F3C21C0-0039-407A-8293-B92BBA6F369E}" destId="{F62E65CF-C064-4E46-8A2A-ECFB31624F7F}" srcOrd="0" destOrd="0" presId="urn:microsoft.com/office/officeart/2005/8/layout/vList2"/>
    <dgm:cxn modelId="{F05B04D2-90FB-44BD-88C1-FFE04BA6D884}" srcId="{48E39E26-4498-4D66-9ACE-D147A05BBA18}" destId="{B890F178-2207-4E77-941A-BA9290FC9135}" srcOrd="0" destOrd="0" parTransId="{12FB196E-507C-44AD-8284-AD02ABE0B653}" sibTransId="{2F05576B-D3E1-4CA2-BA6A-56121E80F8BA}"/>
    <dgm:cxn modelId="{3501D7D2-638E-4D81-AC47-E9AF7A97C90A}" type="presOf" srcId="{DC2E4A70-4962-4810-AEB2-610360114E91}" destId="{01582F5B-AAE7-4A33-A120-6884B84CE253}" srcOrd="0" destOrd="0" presId="urn:microsoft.com/office/officeart/2005/8/layout/vList2"/>
    <dgm:cxn modelId="{DD5F60DA-B649-4075-AB7F-D7920E639D9E}" type="presOf" srcId="{0F94AE7C-2216-4057-AADA-A6B4C7E0C751}" destId="{E6220788-0FB0-4C54-975C-54A6DBFBD183}" srcOrd="0" destOrd="1" presId="urn:microsoft.com/office/officeart/2005/8/layout/vList2"/>
    <dgm:cxn modelId="{38A455EB-1815-48AC-A06C-CE59A4B91259}" srcId="{D2DBF182-73DE-4890-990C-47A7E2DD3D1C}" destId="{0F94AE7C-2216-4057-AADA-A6B4C7E0C751}" srcOrd="1" destOrd="0" parTransId="{EAA01054-64DC-49C8-BB5A-1CF26D7801AC}" sibTransId="{56E7BED8-8102-4B46-A5F4-51BA936E86A9}"/>
    <dgm:cxn modelId="{4135D8EC-5968-4101-940B-AF13588704DA}" srcId="{B890F178-2207-4E77-941A-BA9290FC9135}" destId="{C076E7CD-DE72-40A9-B02D-BB0144FFDDF4}" srcOrd="0" destOrd="0" parTransId="{AC932AC5-7C10-405E-BB32-B9E25BF0A2B5}" sibTransId="{D2A83FA3-FBF2-4C6D-B4F1-DD6903B25802}"/>
    <dgm:cxn modelId="{EC30E7F1-C4E5-42DD-BCA2-80B50C97041E}" type="presOf" srcId="{DC3D0DD9-E455-435C-89FB-A6541E2D47E9}" destId="{E6220788-0FB0-4C54-975C-54A6DBFBD183}" srcOrd="0" destOrd="0" presId="urn:microsoft.com/office/officeart/2005/8/layout/vList2"/>
    <dgm:cxn modelId="{23596AF7-C408-45DC-9FEB-60E73E9BF08B}" srcId="{CBB83EAD-CF02-4DB1-9C37-A8A0F2124D78}" destId="{DC2E4A70-4962-4810-AEB2-610360114E91}" srcOrd="0" destOrd="0" parTransId="{D5515433-54A7-4AE0-89B0-DE14EBCD393D}" sibTransId="{CBE252F0-BDF2-4652-B4A5-E8E0A5BDCD9E}"/>
    <dgm:cxn modelId="{16FBD6FF-F825-48BD-9BE7-BD9CB36CBA41}" type="presParOf" srcId="{FA875D33-6294-4415-8BF0-93F9C639C018}" destId="{8A0D57C4-41B0-42B4-965F-0892EEC3EC24}" srcOrd="0" destOrd="0" presId="urn:microsoft.com/office/officeart/2005/8/layout/vList2"/>
    <dgm:cxn modelId="{4EBC5614-ADE0-4EEC-9B83-589752BE8676}" type="presParOf" srcId="{FA875D33-6294-4415-8BF0-93F9C639C018}" destId="{3542FB99-3407-4F2D-9C93-035C8035B143}" srcOrd="1" destOrd="0" presId="urn:microsoft.com/office/officeart/2005/8/layout/vList2"/>
    <dgm:cxn modelId="{11B396B0-1DF2-48D1-A05B-B22453D834F5}" type="presParOf" srcId="{FA875D33-6294-4415-8BF0-93F9C639C018}" destId="{5E1554EA-31D7-4820-A418-76BE800A2643}" srcOrd="2" destOrd="0" presId="urn:microsoft.com/office/officeart/2005/8/layout/vList2"/>
    <dgm:cxn modelId="{CCFCCE16-B8A5-4998-B395-5A0709C2DF74}" type="presParOf" srcId="{FA875D33-6294-4415-8BF0-93F9C639C018}" destId="{01582F5B-AAE7-4A33-A120-6884B84CE253}" srcOrd="3" destOrd="0" presId="urn:microsoft.com/office/officeart/2005/8/layout/vList2"/>
    <dgm:cxn modelId="{09C00EC6-C3E8-4889-B9E1-CC73CF199279}" type="presParOf" srcId="{FA875D33-6294-4415-8BF0-93F9C639C018}" destId="{855E81DD-AD3D-4E21-AA22-FAF1C29CEC76}" srcOrd="4" destOrd="0" presId="urn:microsoft.com/office/officeart/2005/8/layout/vList2"/>
    <dgm:cxn modelId="{D4E5B721-C825-49AA-97F9-32512A02FC07}" type="presParOf" srcId="{FA875D33-6294-4415-8BF0-93F9C639C018}" destId="{F62E65CF-C064-4E46-8A2A-ECFB31624F7F}" srcOrd="5" destOrd="0" presId="urn:microsoft.com/office/officeart/2005/8/layout/vList2"/>
    <dgm:cxn modelId="{F2C18090-5316-4BF6-8D55-4B5319E41576}" type="presParOf" srcId="{FA875D33-6294-4415-8BF0-93F9C639C018}" destId="{D931C4D6-FE99-48F0-8614-A2DFC2C85A61}" srcOrd="6" destOrd="0" presId="urn:microsoft.com/office/officeart/2005/8/layout/vList2"/>
    <dgm:cxn modelId="{29AEAB63-7CC9-4C10-B2DE-3FC9A5BDBB60}" type="presParOf" srcId="{FA875D33-6294-4415-8BF0-93F9C639C018}" destId="{E6220788-0FB0-4C54-975C-54A6DBFBD18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10515599" cy="4351338"/>
        <a:chOff x="0" y="0"/>
        <a:chExt cx="10515599" cy="4351338"/>
      </a:xfrm>
    </dsp:grpSpPr>
    <dsp:sp modelId="{8A0D57C4-41B0-42B4-965F-0892EEC3EC24}">
      <dsp:nvSpPr>
        <dsp:cNvPr id="3" name="Скругленный прямоугольник 2"/>
        <dsp:cNvSpPr/>
      </dsp:nvSpPr>
      <dsp:spPr bwMode="white">
        <a:xfrm>
          <a:off x="0" y="89059"/>
          <a:ext cx="10515599" cy="499745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72390" tIns="72390" rIns="72390" bIns="7239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/>
            <a:t>Этап 1</a:t>
          </a:r>
        </a:p>
      </dsp:txBody>
      <dsp:txXfrm>
        <a:off x="0" y="89059"/>
        <a:ext cx="10515599" cy="499745"/>
      </dsp:txXfrm>
    </dsp:sp>
    <dsp:sp modelId="{3542FB99-3407-4F2D-9C93-035C8035B143}">
      <dsp:nvSpPr>
        <dsp:cNvPr id="4" name="Прямоугольник 3"/>
        <dsp:cNvSpPr/>
      </dsp:nvSpPr>
      <dsp:spPr bwMode="white">
        <a:xfrm>
          <a:off x="0" y="588804"/>
          <a:ext cx="10515599" cy="5435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33870" tIns="24130" rIns="135128" bIns="24130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 lang="ru-RU" dirty="0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>
            <a:solidFill>
              <a:schemeClr val="tx1"/>
            </a:solidFill>
          </a:endParaRPr>
        </a:p>
      </dsp:txBody>
      <dsp:txXfrm>
        <a:off x="0" y="588804"/>
        <a:ext cx="10515599" cy="543560"/>
      </dsp:txXfrm>
    </dsp:sp>
    <dsp:sp modelId="{5E1554EA-31D7-4820-A418-76BE800A2643}">
      <dsp:nvSpPr>
        <dsp:cNvPr id="5" name="Скругленный прямоугольник 4"/>
        <dsp:cNvSpPr/>
      </dsp:nvSpPr>
      <dsp:spPr bwMode="white">
        <a:xfrm>
          <a:off x="0" y="1132364"/>
          <a:ext cx="10515599" cy="499745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72390" tIns="72390" rIns="72390" bIns="7239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/>
            <a:t>Этап 2</a:t>
          </a:r>
        </a:p>
      </dsp:txBody>
      <dsp:txXfrm>
        <a:off x="0" y="1132364"/>
        <a:ext cx="10515599" cy="499745"/>
      </dsp:txXfrm>
    </dsp:sp>
    <dsp:sp modelId="{01582F5B-AAE7-4A33-A120-6884B84CE253}">
      <dsp:nvSpPr>
        <dsp:cNvPr id="6" name="Прямоугольник 5"/>
        <dsp:cNvSpPr/>
      </dsp:nvSpPr>
      <dsp:spPr bwMode="white">
        <a:xfrm>
          <a:off x="0" y="1632109"/>
          <a:ext cx="10515599" cy="5435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33870" tIns="24130" rIns="135128" bIns="24130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 lang="ru-RU" dirty="0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>
            <a:solidFill>
              <a:schemeClr val="tx1"/>
            </a:solidFill>
          </a:endParaRPr>
        </a:p>
      </dsp:txBody>
      <dsp:txXfrm>
        <a:off x="0" y="1632109"/>
        <a:ext cx="10515599" cy="543560"/>
      </dsp:txXfrm>
    </dsp:sp>
    <dsp:sp modelId="{855E81DD-AD3D-4E21-AA22-FAF1C29CEC76}">
      <dsp:nvSpPr>
        <dsp:cNvPr id="7" name="Скругленный прямоугольник 6"/>
        <dsp:cNvSpPr/>
      </dsp:nvSpPr>
      <dsp:spPr bwMode="white">
        <a:xfrm>
          <a:off x="0" y="2175669"/>
          <a:ext cx="10515599" cy="499745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72390" tIns="72390" rIns="72390" bIns="7239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/>
            <a:t>Этап 3</a:t>
          </a:r>
        </a:p>
      </dsp:txBody>
      <dsp:txXfrm>
        <a:off x="0" y="2175669"/>
        <a:ext cx="10515599" cy="499745"/>
      </dsp:txXfrm>
    </dsp:sp>
    <dsp:sp modelId="{F62E65CF-C064-4E46-8A2A-ECFB31624F7F}">
      <dsp:nvSpPr>
        <dsp:cNvPr id="8" name="Прямоугольник 7"/>
        <dsp:cNvSpPr/>
      </dsp:nvSpPr>
      <dsp:spPr bwMode="white">
        <a:xfrm>
          <a:off x="0" y="2675414"/>
          <a:ext cx="10515599" cy="5435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33870" tIns="24130" rIns="135128" bIns="24130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 lang="ru-RU" dirty="0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>
            <a:solidFill>
              <a:schemeClr val="tx1"/>
            </a:solidFill>
          </a:endParaRPr>
        </a:p>
      </dsp:txBody>
      <dsp:txXfrm>
        <a:off x="0" y="2675414"/>
        <a:ext cx="10515599" cy="543560"/>
      </dsp:txXfrm>
    </dsp:sp>
    <dsp:sp modelId="{D931C4D6-FE99-48F0-8614-A2DFC2C85A61}">
      <dsp:nvSpPr>
        <dsp:cNvPr id="9" name="Скругленный прямоугольник 8"/>
        <dsp:cNvSpPr/>
      </dsp:nvSpPr>
      <dsp:spPr bwMode="white">
        <a:xfrm>
          <a:off x="0" y="3218974"/>
          <a:ext cx="10515599" cy="499745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72390" tIns="72390" rIns="72390" bIns="7239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/>
            <a:t>Этап 4</a:t>
          </a:r>
        </a:p>
      </dsp:txBody>
      <dsp:txXfrm>
        <a:off x="0" y="3218974"/>
        <a:ext cx="10515599" cy="499745"/>
      </dsp:txXfrm>
    </dsp:sp>
    <dsp:sp modelId="{E6220788-0FB0-4C54-975C-54A6DBFBD183}">
      <dsp:nvSpPr>
        <dsp:cNvPr id="10" name="Прямоугольник 9"/>
        <dsp:cNvSpPr/>
      </dsp:nvSpPr>
      <dsp:spPr bwMode="white">
        <a:xfrm>
          <a:off x="0" y="3718719"/>
          <a:ext cx="10515599" cy="5435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33870" tIns="24130" rIns="135128" bIns="24130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 lang="ru-RU" dirty="0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dirty="0">
              <a:solidFill>
                <a:schemeClr val="tx1"/>
              </a:solidFill>
            </a:rPr>
            <a:t>Что-то делаем</a:t>
          </a:r>
          <a:endParaRPr>
            <a:solidFill>
              <a:schemeClr val="tx1"/>
            </a:solidFill>
          </a:endParaRPr>
        </a:p>
      </dsp:txBody>
      <dsp:txXfrm>
        <a:off x="0" y="3718719"/>
        <a:ext cx="10515599" cy="543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9060A-4EA2-42E6-B79A-9F1E311C12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400B3-52B1-41A8-A531-898DAB6C37D5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perviy-vestnik.ru/literatura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481077"/>
            <a:ext cx="9144000" cy="937585"/>
          </a:xfrm>
        </p:spPr>
        <p:txBody>
          <a:bodyPr>
            <a:normAutofit fontScale="90000"/>
          </a:bodyPr>
          <a:lstStyle/>
          <a:p>
            <a:r>
              <a:rPr lang="en-US" altLang="ru-RU" dirty="0"/>
              <a:t>Nostalgia_vondic</a:t>
            </a:r>
            <a:endParaRPr lang="en-US" alt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10084" y="3602038"/>
            <a:ext cx="5385916" cy="3255962"/>
          </a:xfrm>
        </p:spPr>
        <p:txBody>
          <a:bodyPr>
            <a:normAutofit/>
          </a:bodyPr>
          <a:lstStyle/>
          <a:p>
            <a:pPr algn="l"/>
            <a:r>
              <a:rPr lang="ru-RU" sz="2000" dirty="0"/>
              <a:t>Проект выполнил(а):</a:t>
            </a:r>
            <a:endParaRPr lang="en-US" sz="2000" dirty="0"/>
          </a:p>
          <a:p>
            <a:pPr algn="l"/>
            <a:r>
              <a:rPr lang="ru-RU" sz="2000" b="1" dirty="0"/>
              <a:t>Лебедев Всеволод Дмитриевич</a:t>
            </a:r>
            <a:endParaRPr lang="ru-RU" sz="2000" b="1" dirty="0"/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Яндекс Лицей</a:t>
            </a:r>
            <a:endParaRPr lang="ru-RU" sz="2000" dirty="0"/>
          </a:p>
          <a:p>
            <a:pPr algn="l"/>
            <a:r>
              <a:rPr lang="ru-RU" sz="2000" dirty="0"/>
              <a:t>Группа №3 Год 2</a:t>
            </a:r>
            <a:endParaRPr lang="ru-RU" sz="2000" dirty="0"/>
          </a:p>
          <a:p>
            <a:pPr algn="l"/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6661" y="0"/>
            <a:ext cx="1605339" cy="1134677"/>
          </a:xfrm>
          <a:prstGeom prst="rect">
            <a:avLst/>
          </a:prstGeom>
        </p:spPr>
      </p:pic>
      <p:sp>
        <p:nvSpPr>
          <p:cNvPr id="5" name="Подзаголовок 2"/>
          <p:cNvSpPr txBox="1"/>
          <p:nvPr/>
        </p:nvSpPr>
        <p:spPr>
          <a:xfrm>
            <a:off x="1562518" y="173038"/>
            <a:ext cx="9066963" cy="11346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Федеральное государственное бюджетное образовательное учреждение</a:t>
            </a:r>
            <a:endParaRPr lang="ru-RU" sz="2000" dirty="0"/>
          </a:p>
          <a:p>
            <a:r>
              <a:rPr lang="ru-RU" sz="2000" dirty="0"/>
              <a:t>высшего образования «МИРЭА – Российский технологический университет»</a:t>
            </a:r>
            <a:endParaRPr lang="ru-RU" sz="2000" dirty="0"/>
          </a:p>
          <a:p>
            <a:r>
              <a:rPr lang="ru-RU" sz="2000" dirty="0"/>
              <a:t>Детский технопарк «Альтаир»</a:t>
            </a:r>
            <a:endParaRPr lang="ru-RU" sz="2000" dirty="0"/>
          </a:p>
        </p:txBody>
      </p:sp>
      <p:sp>
        <p:nvSpPr>
          <p:cNvPr id="6" name="Подзаголовок 2"/>
          <p:cNvSpPr txBox="1"/>
          <p:nvPr/>
        </p:nvSpPr>
        <p:spPr>
          <a:xfrm>
            <a:off x="6096000" y="3429000"/>
            <a:ext cx="5385916" cy="325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/>
              <a:t>Руководитель проекта</a:t>
            </a:r>
            <a:r>
              <a:rPr lang="en-US" sz="2000" dirty="0"/>
              <a:t>:</a:t>
            </a:r>
            <a:endParaRPr lang="en-US" sz="2000" dirty="0"/>
          </a:p>
          <a:p>
            <a:pPr algn="l"/>
            <a:r>
              <a:rPr lang="ru-RU" sz="2000" dirty="0"/>
              <a:t>Преподаватель ДТ «Альтаир»</a:t>
            </a:r>
            <a:endParaRPr lang="ru-RU" sz="2000" dirty="0"/>
          </a:p>
          <a:p>
            <a:pPr algn="l"/>
            <a:r>
              <a:rPr lang="ru-RU" sz="2000" b="1" dirty="0"/>
              <a:t>Борисов Артём Игоревич</a:t>
            </a:r>
            <a:endParaRPr lang="ru-RU" sz="2000" b="1" dirty="0"/>
          </a:p>
          <a:p>
            <a:pPr algn="l"/>
            <a:endParaRPr lang="ru-RU" sz="2000" dirty="0"/>
          </a:p>
          <a:p>
            <a:pPr algn="l"/>
            <a:endParaRPr 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09600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эмблема, герб, символ, корона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1" y="127273"/>
            <a:ext cx="1026389" cy="11346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/ Проблематика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52755" algn="just">
              <a:lnSpc>
                <a:spcPct val="150000"/>
              </a:lnSpc>
              <a:buNone/>
            </a:pPr>
            <a:r>
              <a:rPr lang="en-US" altLang="en-US" sz="2000" dirty="0"/>
              <a:t>Проект </a:t>
            </a:r>
            <a:r>
              <a:rPr lang="ru-RU" altLang="en-US" sz="2000" dirty="0"/>
              <a:t>веб-</a:t>
            </a:r>
            <a:r>
              <a:rPr lang="en-US" altLang="en-US" sz="2000" dirty="0"/>
              <a:t>сайта с играми 80-х и 90-х актуален как никогда. Для взрослых — это машина времени, позволяющая вернуться в детство. Для юных пользователей — уникальный музей игр в которые играло в своё время старшее поколение, где можно понять, как развивалась индустрия видео игр.</a:t>
            </a:r>
            <a:endParaRPr lang="en-US" altLang="en-US" sz="2000" dirty="0"/>
          </a:p>
        </p:txBody>
      </p:sp>
      <p:sp>
        <p:nvSpPr>
          <p:cNvPr id="4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Цель проекта</a:t>
            </a:r>
            <a:r>
              <a:rPr lang="en-US" sz="2000" b="1" dirty="0"/>
              <a:t>:</a:t>
            </a:r>
            <a:endParaRPr lang="en-US" sz="2000" b="1" dirty="0"/>
          </a:p>
          <a:p>
            <a:pPr marL="0" indent="452755" algn="just">
              <a:lnSpc>
                <a:spcPct val="150000"/>
              </a:lnSpc>
              <a:buNone/>
            </a:pPr>
            <a:r>
              <a:rPr lang="ru-RU" altLang="en-US" sz="2000" i="1" dirty="0"/>
              <a:t>Создание веб-сайта с играми и авторизацией</a:t>
            </a:r>
            <a:endParaRPr lang="en-US" sz="2000" i="1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Задачи проекта</a:t>
            </a:r>
            <a:r>
              <a:rPr lang="en-US" sz="2000" b="1" dirty="0"/>
              <a:t>:</a:t>
            </a:r>
            <a:endParaRPr lang="en-US" sz="2000" b="1" dirty="0"/>
          </a:p>
          <a:p>
            <a:pPr marL="452755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 i="1" dirty="0"/>
              <a:t>Создать веб-сайт</a:t>
            </a:r>
            <a:endParaRPr lang="ru-RU" sz="2000" i="1" dirty="0"/>
          </a:p>
          <a:p>
            <a:pPr marL="452755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 i="1" dirty="0"/>
              <a:t>Добавить авторизацию с шифрованием</a:t>
            </a:r>
            <a:endParaRPr lang="ru-RU" sz="2000" i="1" dirty="0"/>
          </a:p>
          <a:p>
            <a:pPr marL="452755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 dirty="0"/>
              <a:t>Добавить игры и сбор результатов в бд</a:t>
            </a:r>
            <a:endParaRPr lang="ru-RU" sz="2000" dirty="0"/>
          </a:p>
        </p:txBody>
      </p:sp>
      <p:sp>
        <p:nvSpPr>
          <p:cNvPr id="4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Используемое ПО и ресурсы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35673"/>
            <a:ext cx="504008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Используемое ПО</a:t>
            </a:r>
            <a:r>
              <a:rPr lang="en-US" sz="2000" b="1" dirty="0"/>
              <a:t>:</a:t>
            </a:r>
            <a:endParaRPr lang="en-US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ru-RU" sz="2000" i="1" dirty="0"/>
              <a:t>Visual studio code </a:t>
            </a:r>
            <a:r>
              <a:rPr lang="ru-RU" altLang="ru-RU" sz="2000" i="1" dirty="0"/>
              <a:t>ля разработки</a:t>
            </a:r>
            <a:endParaRPr lang="ru-RU" altLang="ru-RU" sz="2000" i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ru-RU" sz="2000" i="1" dirty="0"/>
              <a:t>Yandex </a:t>
            </a:r>
            <a:r>
              <a:rPr lang="ru-RU" altLang="en-US" sz="2000" i="1" dirty="0"/>
              <a:t>браузер</a:t>
            </a:r>
            <a:endParaRPr lang="ru-RU" altLang="en-US" sz="2000" i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ru-RU" sz="2000" i="1" dirty="0"/>
              <a:t>Github</a:t>
            </a:r>
            <a:endParaRPr lang="en-US" altLang="ru-RU" sz="2000" i="1" dirty="0"/>
          </a:p>
        </p:txBody>
      </p:sp>
      <p:sp>
        <p:nvSpPr>
          <p:cNvPr id="4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>
          <a:xfrm>
            <a:off x="6095909" y="1690893"/>
            <a:ext cx="5040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Используемые </a:t>
            </a:r>
            <a:r>
              <a:rPr lang="ru-RU" sz="2000" b="1" dirty="0" err="1"/>
              <a:t>ресур</a:t>
            </a:r>
            <a:r>
              <a:rPr lang="en-US" sz="2000" b="1" dirty="0"/>
              <a:t>:</a:t>
            </a:r>
            <a:endParaRPr lang="ru-RU" sz="20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Описываем какие ресурсы использовали. Текстуры, звуки и т.д. (откуда взяты)</a:t>
            </a:r>
            <a:endParaRPr lang="ru-RU" sz="2000" i="1" dirty="0"/>
          </a:p>
        </p:txBody>
      </p:sp>
      <p:cxnSp>
        <p:nvCxnSpPr>
          <p:cNvPr id="8" name="Прямая соединительная линия 7"/>
          <p:cNvCxnSpPr>
            <a:stCxn id="2" idx="2"/>
          </p:cNvCxnSpPr>
          <p:nvPr/>
        </p:nvCxnSpPr>
        <p:spPr>
          <a:xfrm>
            <a:off x="6096000" y="1690688"/>
            <a:ext cx="0" cy="5167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0" y="1690688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Методика</a:t>
            </a:r>
            <a:br>
              <a:rPr lang="ru-RU" dirty="0"/>
            </a:br>
            <a:r>
              <a:rPr lang="ru-RU" dirty="0"/>
              <a:t>выполнения работы</a:t>
            </a:r>
            <a:endParaRPr lang="ru-RU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</p:nvPr>
        </p:nvGraphicFramePr>
        <p:xfrm>
          <a:off x="838199" y="1835673"/>
          <a:ext cx="1051559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Если приложение уже имеет определённый функционал, то показываем его.</a:t>
            </a:r>
            <a:endParaRPr lang="ru-RU" sz="2000" i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Это можно растянуть на несколько слайдов. Рекомендуется не накидывать множество скриншотов на один слайд, по скриншоту растянуть почти на весь слайд.</a:t>
            </a:r>
            <a:endParaRPr lang="ru-RU" sz="2000" i="1" dirty="0"/>
          </a:p>
        </p:txBody>
      </p:sp>
      <p:sp>
        <p:nvSpPr>
          <p:cNvPr id="7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Демонстрационное видео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endParaRPr lang="en-US" sz="2000" b="1" i="1" dirty="0"/>
          </a:p>
        </p:txBody>
      </p:sp>
      <p:sp>
        <p:nvSpPr>
          <p:cNvPr id="7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altLang="ru-RU" sz="2000" i="1" dirty="0"/>
              <a:t>Сайт полностью сделан и готов к использованию другими пользователями</a:t>
            </a:r>
            <a:endParaRPr lang="ru-RU" altLang="ru-RU" sz="2000" i="1" dirty="0"/>
          </a:p>
        </p:txBody>
      </p:sp>
      <p:sp>
        <p:nvSpPr>
          <p:cNvPr id="4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ru-RU" sz="2000" i="1" dirty="0"/>
              <a:t>https://snipp.ru/handbk/emoji</a:t>
            </a:r>
            <a:endParaRPr lang="en-US" altLang="ru-RU" sz="2000" i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ru-RU" sz="2000" i="1" dirty="0"/>
              <a:t>https://heartcopypaste.com</a:t>
            </a:r>
            <a:endParaRPr lang="en-US" altLang="ru-RU" sz="2000" i="1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ru-RU" sz="2000" i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Веб-сайт для корректного оформления по ГОСТу</a:t>
            </a:r>
            <a:r>
              <a:rPr lang="en-US" sz="2000" i="1" dirty="0"/>
              <a:t>: </a:t>
            </a:r>
            <a:r>
              <a:rPr lang="ru-RU" sz="1800" u="sng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1"/>
              </a:rPr>
              <a:t>https://perviy-vestnik.ru/literatura/</a:t>
            </a:r>
            <a:endParaRPr lang="ru-RU" sz="2000" i="1" dirty="0"/>
          </a:p>
        </p:txBody>
      </p:sp>
      <p:sp>
        <p:nvSpPr>
          <p:cNvPr id="4" name="Google Shape;91;p32"/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92;p32"/>
          <p:cNvSpPr txBox="1"/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13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56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13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69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2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46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02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590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55" algn="l" defTabSz="9131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  <a:endParaRPr lang="ru-RU" sz="18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728127"/>
            <a:ext cx="9144000" cy="967694"/>
          </a:xfrm>
        </p:spPr>
        <p:txBody>
          <a:bodyPr/>
          <a:lstStyle/>
          <a:p>
            <a:r>
              <a:rPr lang="ru-RU" dirty="0"/>
              <a:t>Спасибо за внимание!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129873"/>
            <a:ext cx="9144000" cy="2461845"/>
          </a:xfrm>
        </p:spPr>
        <p:txBody>
          <a:bodyPr/>
          <a:lstStyle/>
          <a:p>
            <a:pPr algn="l"/>
            <a:r>
              <a:rPr lang="ru-RU" dirty="0"/>
              <a:t>Почта</a:t>
            </a:r>
            <a:r>
              <a:rPr lang="en-US" dirty="0"/>
              <a:t>:</a:t>
            </a:r>
            <a:endParaRPr lang="en-US" dirty="0"/>
          </a:p>
          <a:p>
            <a:pPr algn="l"/>
            <a:r>
              <a:rPr lang="en-US" dirty="0"/>
              <a:t>duiniy@yandex.ru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ru-RU" dirty="0"/>
              <a:t>Телеграм</a:t>
            </a:r>
            <a:r>
              <a:rPr lang="en-US" dirty="0"/>
              <a:t>:</a:t>
            </a:r>
            <a:endParaRPr lang="en-US" dirty="0"/>
          </a:p>
          <a:p>
            <a:pPr algn="l"/>
            <a:r>
              <a:rPr lang="en-US" dirty="0"/>
              <a:t>@intel_i9_13900kf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6936" y="59032"/>
            <a:ext cx="3178128" cy="22463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1614</Words>
  <Application>WPS Presentation</Application>
  <PresentationFormat>Широкоэкранный</PresentationFormat>
  <Paragraphs>86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Aptos</vt:lpstr>
      <vt:lpstr>Segoe UI</vt:lpstr>
      <vt:lpstr>Aptos Display</vt:lpstr>
      <vt:lpstr>Microsoft YaHei</vt:lpstr>
      <vt:lpstr>Arial Unicode MS</vt:lpstr>
      <vt:lpstr>Тема Office</vt:lpstr>
      <vt:lpstr>Название проекта</vt:lpstr>
      <vt:lpstr>Актуальность / Проблематика</vt:lpstr>
      <vt:lpstr>Цели и задачи</vt:lpstr>
      <vt:lpstr>Используемое ПО и ресурсы</vt:lpstr>
      <vt:lpstr>Методика выполнения работы</vt:lpstr>
      <vt:lpstr>Результаты</vt:lpstr>
      <vt:lpstr>Демонстрационное видео</vt:lpstr>
      <vt:lpstr>Выводы</vt:lpstr>
      <vt:lpstr>Список использованных источников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Артём борисов</dc:creator>
  <cp:lastModifiedBy>user</cp:lastModifiedBy>
  <cp:revision>14</cp:revision>
  <dcterms:created xsi:type="dcterms:W3CDTF">2025-11-21T19:20:00Z</dcterms:created>
  <dcterms:modified xsi:type="dcterms:W3CDTF">2026-05-14T17:24:40Z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DABEB573D23E44C9B9062BF2EFF1CACC_12</vt:lpwstr>
  </property>
</Properties>
</file>